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DASAR-DASAR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Web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 Development)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 Pengantar untuk Mahasiswa Semester Awal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Informatika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PENGENALAN WEBSITE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91440" cy="178308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Kumpulan halaman digital yang saling terhubung dan dapat diakses melalui internet.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914400"/>
            <a:ext cx="91440" cy="1783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merancang, membangun, dan memelihara website agar berfungsi dengan baik.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0040" y="28803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80360"/>
            <a:ext cx="91440" cy="1783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136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Statis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94360" y="3611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 tetap, tidak berubah otomatis. Cocok untuk profil sederhana atau landing page.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880360"/>
            <a:ext cx="91440" cy="1783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136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Dinamis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83480" y="3611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 dapat berubah sesuai data. Contoh: e-commerce, blog, portal berita.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CARA KERJA WEBSITE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Request &amp; Response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37360" y="2194560"/>
            <a:ext cx="365760" cy="22860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155448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7373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874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474720" y="2194560"/>
            <a:ext cx="365760" cy="22860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3794760" y="155448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745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212080" y="2194560"/>
            <a:ext cx="365760" cy="22860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0" name="Shape 15"/>
          <p:cNvSpPr/>
          <p:nvPr/>
        </p:nvSpPr>
        <p:spPr>
          <a:xfrm>
            <a:off x="5532120" y="155448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0" y="173736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745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949440" y="2194560"/>
            <a:ext cx="365760" cy="22860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5" name="Shape 19"/>
          <p:cNvSpPr/>
          <p:nvPr/>
        </p:nvSpPr>
        <p:spPr>
          <a:xfrm>
            <a:off x="7269480" y="155448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80960" y="17373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8745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694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20040" y="3566160"/>
            <a:ext cx="8503920" cy="128016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30" name="Text 23"/>
          <p:cNvSpPr/>
          <p:nvPr/>
        </p:nvSpPr>
        <p:spPr>
          <a:xfrm>
            <a:off x="502920" y="37947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Alur: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mengetik alamat → Browser mengirim request lewat Internet → Web Server memproses → Database mengambil data → Response dikirim kembali ke Browser → User melihat halaman website.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KONSEP FRONTEND &amp; 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64008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Pengertian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website yang dilihat dan berinteraksi langsung dengan pengguna (user interface).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Utama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Tampilan visual (UI)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Interaksi pengguna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Responsif di berbagai perangkat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HTML, CSS, JavaScript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14400"/>
            <a:ext cx="4114800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83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Pengertian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server yang memproses data, logika bisnis, dan menyimpan informasi di database.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834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Utama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9834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Mengelola data &amp;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Logika &amp; keamanan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&amp; autentikasi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PHP, Node.js, Python, dll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TEKNOLOGI FRONTEND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731520" cy="73152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417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 Markup Language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5448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&amp; konten halaman web. Kerangka dasar website.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224028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554480" y="27432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5448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Styling, warna, layout, dan tampilan visual website.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20040" y="356616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794760"/>
            <a:ext cx="731520" cy="731520"/>
          </a:xfrm>
          <a:prstGeom prst="ellipse">
            <a:avLst/>
          </a:prstGeom>
          <a:solidFill>
            <a:srgbClr val="CA8A0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554480" y="4069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Pemrograman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55448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Interaktivitas, animasi, validasi form, dan logika di browser.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HTML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HTML?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markup yang digunakan untuk membuat struktur dasar halaman web.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Utama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Menentukan struktur konten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Membuat heading, paragraf,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Menyisipkan gambar &amp; 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Membuat form input data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Kode HTML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&lt;title&gt;Halo Dunia&lt;/title&gt;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&lt;h1&gt;Selamat Datang!&lt;/h1&gt;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&lt;p&gt;Ini adalah paragraf.&lt;/p&gt;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•  CSS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CSS?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yang digunakan untuk mengatur tampilan dan gaya visual halaman web.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Utama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Mengatur warna &amp; font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Layout (flexbox, grid)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Responsive 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Animasi &amp; transisi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Kode CSS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#1E40AF;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28px;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4px 12px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rgba(0,0,0,0.1);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•  JAVASCRIPT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JavaScript?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pemrograman yang membuat website menjadi interaktif dan dinamis.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Interaksi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Validasi form sebelum kirim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Tombol show/hide konten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Animasi saat scroll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Update data tanpa reload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Kode JavaScript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Menampilkan pesan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sapa()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alert("Halo, Mahasiswa!");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Ubah teks tombol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.getElementById("btn")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.addEventListener("click",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this.textContent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"Sudah diklik!";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•  TEKNOLOGI 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280160"/>
            <a:ext cx="1097280" cy="1097280"/>
          </a:xfrm>
          <a:prstGeom prst="ellipse">
            <a:avLst/>
          </a:prstGeom>
          <a:solidFill>
            <a:srgbClr val="777BB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server-side populer untuk membuat website dinamis. Mudah dipelajari pemula.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23360" y="1280160"/>
            <a:ext cx="1097280" cy="109728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menyimpan data secara terstruktur. Contoh: MySQL, PostgreSQL, MongoDB.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0058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0" y="1280160"/>
            <a:ext cx="1097280" cy="10972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087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0936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yang menerima request dan mengirim response. Contoh: Apache, Nginx.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•  PHP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PHP?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 Preprocessor — bahasa scripting server-side yang menghasilkan HTML dinamis.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Browser request file .php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 menjalankan kode PHP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Hasil diubah jadi 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HTML dikirim ke browser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Kode PHP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$nama = "Mahasiswa";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$tahun = date("Y");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"Halo, $nama!";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"&lt;br&gt;";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"Tahun: $tahun";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Koneksi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$conn = mysqli_connect(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"localhost", 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"pass", "db_name"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•  FRAMEWORK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adalah kerangka kerja siap pakai yang menyediakan struktur, library, dan aturan untuk mempercepat pengembangan aplikasi web.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78892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971800"/>
            <a:ext cx="640080" cy="6400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Cepat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perlu menulis kode dari nol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78892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97180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Terstruktur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rapi &amp; mudah dikelola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9240" y="2971800"/>
            <a:ext cx="640080" cy="6400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keamanan bawaan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78892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43800" y="297180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Komunitas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4023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Dokumentasi &amp; support besar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•  BOOTSTRAP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Bootstrap?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CSS populer untuk membuat UI responsif dengan cepat menggunakan komponen siap pakai.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5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9260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Grid system responsif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Komponen siap pakai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Dokumentasi lengkap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Mudah dipelajari pemula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Penggunaan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Tombol Bootstrap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class="btn btn-primary"&gt;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Klik Saya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Card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class="card-body"&gt;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class="card-title"&gt;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Judul Card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&lt;/h5&gt;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class="card-text"&gt;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Isi konten...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•  TAILWIND CSS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Tailwind?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CSS framework. Menulis style langsung di class HTML tanpa file CSS terpisah.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 vs Bootstrap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Lebih fleksibel &amp; custom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 CSS lebih kecil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Tidak bergantung komponen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Cocok untuk desain unik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Penggunaan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bg-blue-600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hover:bg-blue-700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font-bold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py-2 px-4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rounded-lg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Klik Saya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p-6 bg-white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rounded-xl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shadow-md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Konten Card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•  LARAVEL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adalah framework PHP modern yang elegan, powerful, dan sangat populer di kalangan developer web.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MVC (Model–View–Controller)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24688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468880"/>
            <a:ext cx="109728" cy="1188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data &amp; database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24688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468880"/>
            <a:ext cx="109728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yang dilihat user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24688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468880"/>
            <a:ext cx="109728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&amp; alur aplikasi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Keunggulan:  Eloquent ORM • Routing mudah • Blade Template • Artisan CLI • Keamanan kuat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Project:  app/ • routes/ • resources/views/ • database/ • public/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•  CRUD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• Read • Update • Delete — Operasi dasar pengelolaan data di website.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1051560" cy="10515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 data baru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Daftar akun, tambah produk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1645920"/>
            <a:ext cx="1051560" cy="10515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/ menampilkan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Lihat daftar, detail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1645920"/>
            <a:ext cx="1051560" cy="10515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Mengubah data yang 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Edit profil, ubah harga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0920" y="1645920"/>
            <a:ext cx="1051560" cy="10515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2880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Hapus postingan, batal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• 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(Application Programming Interface) adalah jembatan yang memungkinkan dua aplikasi saling bertukar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Kerja: Request →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mengirim permintaan data ke server.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GET /api/mahasiswa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GET, POST, PUT, DELETE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(JSON)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"nama": "Andi",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"nim": "12345",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"jurusan": "TI"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•  SEO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(Search Engine Optimization) = teknik agar website muncul di halaman pertama Google.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92024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SEO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Title &amp; meta description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Heading (H1, H2, H3)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Keyword di konten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Alt text pada gambar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URL yang bersih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Kecepatan loading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Off-Page SEO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25603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Backlink berkualitas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Social media signal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Guest posting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Brand mention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Domain authority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Local SEO (Google Maps)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•  ALUR PEMBUATAN WEBSITE MODERN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88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150876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1005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88720"/>
            <a:ext cx="640080" cy="640080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50876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94760" y="1005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150876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532120" y="1005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188720"/>
            <a:ext cx="640080" cy="64008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150876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269480" y="10058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188720"/>
            <a:ext cx="640080" cy="640080"/>
          </a:xfrm>
          <a:prstGeom prst="ellipse">
            <a:avLst/>
          </a:prstGeom>
          <a:solidFill>
            <a:srgbClr val="7952B3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83080" y="342900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2057400" y="29260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14600" y="310896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251460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10312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20440" y="342900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3794760" y="29260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51960" y="3108960"/>
            <a:ext cx="640080" cy="6400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0" name="Text 38"/>
          <p:cNvSpPr/>
          <p:nvPr/>
        </p:nvSpPr>
        <p:spPr>
          <a:xfrm>
            <a:off x="425196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84048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57800" y="3429000"/>
            <a:ext cx="320040" cy="18288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532120" y="292608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310896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598932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57784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•  RINGKASAN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= kumpulan halaman digital. Ada statis &amp; dinamis.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27048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1848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664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(tampilan) + Backend (logika &amp; data) bekerja sama.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7685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225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3225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(struktur) → CSS (gaya) → JavaScript (interaksi).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2843784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3522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809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9809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+ Database + Web Server = fondasi backend.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502152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9359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393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639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(Bootstrap, Tailwind, Laravel) mempercepat kerja.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416052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5196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97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API, dan SEO adalah skill penting developer modern.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8229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0" y="338328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1E3A8A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pertanyaan?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Silakan ajukan sekarang!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Dasar-Dasar Pengembangan Web (Web Development)</dc:title>
  <dc:subject>Pengantar Web Development untuk Mahasiswa Semester Awal</dc:subject>
  <dc:creator>Teknik Informatika</dc:creator>
  <cp:lastModifiedBy>Teknik Informatika</cp:lastModifiedBy>
  <cp:revision>1</cp:revision>
  <dcterms:created xsi:type="dcterms:W3CDTF">2026-07-25T22:35:41Z</dcterms:created>
  <dcterms:modified xsi:type="dcterms:W3CDTF">2026-07-25T22:35:41Z</dcterms:modified>
</cp:coreProperties>
</file>